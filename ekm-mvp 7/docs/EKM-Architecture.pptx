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EKM — Enterprise Knowledge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137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EAD4"/>
                </a:solidFill>
              </a:rPr>
              <a:t>Architecture Diagram v2.0  ·  March 2026  ·  Editable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33172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822960"/>
            <a:ext cx="2331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</a:rPr>
              <a:t>CONNECTORS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822960"/>
            <a:ext cx="2331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</a:rPr>
              <a:t>CORE ENGINE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822960"/>
            <a:ext cx="23317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</a:rPr>
              <a:t>INTELLIGENCE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921240" y="822960"/>
            <a:ext cx="233172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240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389888"/>
            <a:ext cx="23317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389888"/>
            <a:ext cx="23317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517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🎫  Jira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1938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Issues · Comments · ADF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23317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78608"/>
            <a:ext cx="23317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706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📖  Confluence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127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Pages · Spaces · HTML→text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23317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67328"/>
            <a:ext cx="23317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953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📋  SharePoint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" y="4315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SitePages · Doc libraries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4956048"/>
            <a:ext cx="23317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956048"/>
            <a:ext cx="23317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5084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💻  GitHub GHE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" y="5504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Commits · Files · PRs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180136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299008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417880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536752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1389888"/>
            <a:ext cx="2286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88920" y="138988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16936" y="13898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⚡  jira.py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88920" y="2578608"/>
            <a:ext cx="2286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88920" y="257860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16936" y="257860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⚡  confluence.py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88920" y="3767328"/>
            <a:ext cx="2286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88920" y="376732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16936" y="376732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⚡  sharepoint.py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88920" y="4956048"/>
            <a:ext cx="2286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88920" y="495604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16936" y="49560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⚡  github.py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74920" y="1801368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74920" y="2990088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74920" y="4178808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5367528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57800" y="1389888"/>
            <a:ext cx="2286000" cy="525780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257800" y="1389888"/>
            <a:ext cx="2286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1508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🍃  MongoDB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76672" y="18196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BM25 Full-text Index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376672" y="21305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Unique upsert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76672" y="2441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Entity extraction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76672" y="27523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5A8A"/>
                </a:solidFill>
              </a:rPr>
              <a:t>───────────────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76672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⚡  FastAPI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76672" y="33741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/api/search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76672" y="3685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/api/sync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76672" y="39959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/api/people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76672" y="43068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/api/analytics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376672" y="4617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/api/intelligence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76672" y="49286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/api/explain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76672" y="5239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5A8A"/>
                </a:solidFill>
              </a:rPr>
              <a:t>───────────────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76672" y="55504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⏱  APScheduler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376672" y="58613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Incremental sync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76672" y="61722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Force Full sync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543800" y="1801368"/>
            <a:ext cx="182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43800" y="2990088"/>
            <a:ext cx="182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43800" y="4178808"/>
            <a:ext cx="182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43800" y="5367528"/>
            <a:ext cx="182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26680" y="1389888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7726680" y="1389888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36408" y="142646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📊  Analytics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726680" y="1911096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7726680" y="1911096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36408" y="19476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📈  Velocity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726680" y="2432304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7726680" y="2432304"/>
            <a:ext cx="64008" cy="429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836408" y="24688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🔴  Risk &amp; Vendors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726680" y="2953512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726680" y="2953512"/>
            <a:ext cx="64008" cy="429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36408" y="299008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❤️  Health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726680" y="3474720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7726680" y="3474720"/>
            <a:ext cx="64008" cy="429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36408" y="351129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🕳️  Knowledge Gaps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726680" y="3995928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726680" y="3995928"/>
            <a:ext cx="64008" cy="429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36408" y="403250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⚠️  Experts At Risk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726680" y="4517136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726680" y="4517136"/>
            <a:ext cx="64008" cy="4297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836408" y="455371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📋  Coverage Score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726680" y="5038344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7726680" y="5038344"/>
            <a:ext cx="64008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36408" y="50749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📦  Handover Tracker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726680" y="5559552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7726680" y="5559552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36408" y="559612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👤  People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7726680" y="6080760"/>
            <a:ext cx="2011680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726680" y="6080760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836408" y="611733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🎓  Learning Path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738360" y="1801368"/>
            <a:ext cx="18288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38360" y="3538728"/>
            <a:ext cx="18288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21240" y="1389888"/>
            <a:ext cx="1965960" cy="5257800"/>
          </a:xfrm>
          <a:prstGeom prst="rect">
            <a:avLst/>
          </a:prstGeom>
          <a:solidFill>
            <a:srgbClr val="1A1042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9921240" y="1389888"/>
            <a:ext cx="196596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040112" y="1508760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EAD4"/>
                </a:solidFill>
              </a:rPr>
              <a:t>⚛️  React 18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10040112" y="1792224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Tailwind CSS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10040112" y="207568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React Router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10040112" y="2359152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1F5A"/>
                </a:solidFill>
              </a:rPr>
              <a:t>───────────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10040112" y="2642616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Dashboard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10040112" y="2926080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Force Full toggle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10040112" y="3209544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1F5A"/>
                </a:solidFill>
              </a:rPr>
              <a:t>───────────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10040112" y="349300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Search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10040112" y="3776472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BM25 + SME panel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10040112" y="4059936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1F5A"/>
                </a:solidFill>
              </a:rPr>
              <a:t>───────────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10040112" y="4343400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Intelligence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10040112" y="4626864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 tabs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10040112" y="491032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1F5A"/>
                </a:solidFill>
              </a:rPr>
              <a:t>───────────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10040112" y="5193792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EAD4"/>
                </a:solidFill>
              </a:rPr>
              <a:t>⌨️  / Global Search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10040112" y="5477256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Modal, keyboard nav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10040112" y="5760720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1F5A"/>
                </a:solidFill>
              </a:rPr>
              <a:t>───────────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10040112" y="6044184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EAD4"/>
                </a:solidFill>
              </a:rPr>
              <a:t>🔗  /join/:topic</a:t>
            </a:r>
            <a:endParaRPr lang="en-US" sz="1050" dirty="0"/>
          </a:p>
        </p:txBody>
      </p:sp>
      <p:sp>
        <p:nvSpPr>
          <p:cNvPr id="125" name="Text 123"/>
          <p:cNvSpPr/>
          <p:nvPr/>
        </p:nvSpPr>
        <p:spPr>
          <a:xfrm>
            <a:off x="10040112" y="6327648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Public, no login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274320" y="6400800"/>
            <a:ext cx="9464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11480" y="6428232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🔧  Utils:   bm25.py   ·   sme_ranker.py   ·   extractor.py   ·   sync_service.py   ·   file_extractor.py   ·   code_explainer.py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274320" y="6784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Data flow →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4114800" y="6784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All shapes are editable — select any box or arrow to move/resize/recolour in PowerPoint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2026-03-07T08:17:56Z</dcterms:created>
  <dcterms:modified xsi:type="dcterms:W3CDTF">2026-03-07T08:17:56Z</dcterms:modified>
</cp:coreProperties>
</file>